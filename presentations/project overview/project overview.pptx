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6ACD4-4342-E9DA-F4D9-55A4B32E7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8C284-55CC-F45B-AD3D-53D0E733B3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42544-E48C-2116-5E10-B0D9E9842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3F-D3F2-AA45-8830-56E7FF9E4567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61FEB-6791-4C3A-192A-194F93C27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DAFC6-0C79-0553-E9A4-7EE0CBE0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A8618-E270-954E-8AAA-AB83D36C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616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ADDB3-6155-B27C-29D6-7ED800BE8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4C25A-D3F7-994B-AE66-1760A5363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96C39-CDE7-C904-1593-45FF507E5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3F-D3F2-AA45-8830-56E7FF9E4567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3E2F5-E969-5D34-A838-01619F6C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992D2-815C-9EBC-FB0A-98A1C81F3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A8618-E270-954E-8AAA-AB83D36C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24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C8004-7EEF-1F89-45E4-48CFDA5E7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E5BF8-3FE9-736B-E24C-A6BDF3979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B63B3-37BF-9D2D-68E3-2DDAE5613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3F-D3F2-AA45-8830-56E7FF9E4567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2041C-A1A7-F052-B858-E4FC48F47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2E273-DFDA-39DA-4E4D-CE6C5CD0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A8618-E270-954E-8AAA-AB83D36C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71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55B6E-620C-4D1B-0E1D-AFCB77792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BE80F-23CE-5181-0DA8-8205F333C5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42F6E-1245-D66D-F2FA-FDE706A8B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EB287-3B77-E24B-FB66-43AC804ED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3F-D3F2-AA45-8830-56E7FF9E4567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A78003-A511-1E34-6A43-34500681A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88212-BB90-A465-286F-5A0954B5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A8618-E270-954E-8AAA-AB83D36C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85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9D684-1E9F-86F5-E724-558458E12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AAC98-9B40-EDC4-7C92-8682A4428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95AAE6-6BB9-8C37-429C-89FF81E65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2DA05A-55E4-755C-EB00-CC78842683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CE5E8-777C-B343-793D-337DE410E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1F089F-D210-6216-48A3-8EC657813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3F-D3F2-AA45-8830-56E7FF9E4567}" type="datetimeFigureOut">
              <a:rPr lang="en-US" smtClean="0"/>
              <a:t>6/1/26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A06815-DB08-AF7B-804E-FC3920032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2AAB07-3474-3A59-8A94-5475787FB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A8618-E270-954E-8AAA-AB83D36C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37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1CE11-B41F-F09D-602D-669DFB82C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7EEDB-91AD-018A-A969-64B504F24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3F-D3F2-AA45-8830-56E7FF9E4567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B9152B-2267-0E83-0E32-B59F584B3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313A36-3B04-42A1-BEE7-CC77E9CA7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A8618-E270-954E-8AAA-AB83D36C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831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4F7105-D6B5-76D7-A6A6-548FDF3AA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3F-D3F2-AA45-8830-56E7FF9E4567}" type="datetimeFigureOut">
              <a:rPr lang="en-US" smtClean="0"/>
              <a:t>6/1/26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561C5B-B7A1-3864-0B3C-4D18643F2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11ECB-CA1A-BFA1-F600-793DC9D9C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A8618-E270-954E-8AAA-AB83D36C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84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22C6C-0938-C4BA-EF2F-CC90C6AB1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7CAEF-CE65-651D-1D8D-452CB695B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4B7B9-5774-D24B-E3A3-87280C4AD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93F3A-9A16-7597-B2C2-769DD868C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3F-D3F2-AA45-8830-56E7FF9E4567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6D68D-7B73-2F27-10CF-080FA394E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10008-6F46-2A06-C8EF-5FF6FA487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A8618-E270-954E-8AAA-AB83D36C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84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228A8-9B59-B085-4938-FFAFD518F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535FDC-AD2D-61FF-7463-B4BD92016B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5D9E9-C40D-FA9F-1204-8FB3ACD6A8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B6465-8D4B-5A7A-34D9-214D4CD7A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3F-D3F2-AA45-8830-56E7FF9E4567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69E813-A1C0-F2DF-BB91-F19D2AA4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F01C-EA4F-8C9D-F15E-9A759ACF0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A8618-E270-954E-8AAA-AB83D36C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700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5DB8C-3EAA-79E8-64C4-EB9596310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EA8914-319B-FD5C-23B4-1AC42CB37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4E0DF-1B52-8428-DCBD-42CB7A156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3F-D3F2-AA45-8830-56E7FF9E4567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C6DAC-0644-E6C3-FEB8-4B42DE84D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0ED04-93A5-83C9-F55E-28331A68F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A8618-E270-954E-8AAA-AB83D36C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108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0E3C8C-F469-732D-CF53-7306706463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31FE7D-967E-9F2E-3957-AD2F25D41F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900A9-9854-F98E-0BD4-C69C11305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3F-D3F2-AA45-8830-56E7FF9E4567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1D59A-F9E7-D046-0000-324B9D646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CFD70-2DEC-7226-FB06-72081B2B0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A8618-E270-954E-8AAA-AB83D36C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05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1F00A7-B714-B042-A61E-361399D9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F0DA5-A73F-6CA1-AB10-07E27E8C9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E24A5-5001-291F-5AA1-A9018DC9B5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B22A3F-D3F2-AA45-8830-56E7FF9E4567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DB8D5-2274-0DB0-8187-A42C23BB45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9EF28-F7D1-E3C2-50CC-CC27CCDF0E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A8618-E270-954E-8AAA-AB83D36C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536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63FCC-BE88-288F-22F6-690A751751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Kp</a:t>
            </a:r>
            <a:r>
              <a:rPr lang="en-US" dirty="0"/>
              <a:t>/Ap forecast verification paper</a:t>
            </a:r>
          </a:p>
        </p:txBody>
      </p:sp>
    </p:spTree>
    <p:extLst>
      <p:ext uri="{BB962C8B-B14F-4D97-AF65-F5344CB8AC3E}">
        <p14:creationId xmlns:p14="http://schemas.microsoft.com/office/powerpoint/2010/main" val="4044725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A2E30-DF61-BC05-7931-E4FC50609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618A9-6817-3C84-1CC0-7A1228BCE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032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2665</TotalTime>
  <Words>6</Words>
  <Application>Microsoft Macintosh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Kp/Ap forecast verification paper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 Jordan</dc:creator>
  <cp:lastModifiedBy>Henry Jordan</cp:lastModifiedBy>
  <cp:revision>2</cp:revision>
  <dcterms:created xsi:type="dcterms:W3CDTF">2026-06-01T20:19:06Z</dcterms:created>
  <dcterms:modified xsi:type="dcterms:W3CDTF">2026-06-03T16:44:35Z</dcterms:modified>
</cp:coreProperties>
</file>